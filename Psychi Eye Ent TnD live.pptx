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DB9E-7AD4-4D97-BA58-5365E05DC5D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B58BC-A1C8-4A28-8017-A6AFC605ADD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88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DB9E-7AD4-4D97-BA58-5365E05DC5D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B58BC-A1C8-4A28-8017-A6AFC605A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15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DB9E-7AD4-4D97-BA58-5365E05DC5D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B58BC-A1C8-4A28-8017-A6AFC605ADD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22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DB9E-7AD4-4D97-BA58-5365E05DC5D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B58BC-A1C8-4A28-8017-A6AFC605A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232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DB9E-7AD4-4D97-BA58-5365E05DC5D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B58BC-A1C8-4A28-8017-A6AFC605A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842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DB9E-7AD4-4D97-BA58-5365E05DC5D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B58BC-A1C8-4A28-8017-A6AFC605A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821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DB9E-7AD4-4D97-BA58-5365E05DC5D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B58BC-A1C8-4A28-8017-A6AFC605A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09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EDADB9E-7AD4-4D97-BA58-5365E05DC5D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EB58BC-A1C8-4A28-8017-A6AFC605A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009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DB9E-7AD4-4D97-BA58-5365E05DC5D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B58BC-A1C8-4A28-8017-A6AFC605A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827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DB9E-7AD4-4D97-BA58-5365E05DC5D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B58BC-A1C8-4A28-8017-A6AFC605A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915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DB9E-7AD4-4D97-BA58-5365E05DC5D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B58BC-A1C8-4A28-8017-A6AFC605A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338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EDADB9E-7AD4-4D97-BA58-5365E05DC5DB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EEB58BC-A1C8-4A28-8017-A6AFC605ADD8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75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95B8-CD30-CF50-7FE0-934C037EAC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Psychi</a:t>
            </a:r>
            <a:r>
              <a:rPr lang="en-US" dirty="0"/>
              <a:t> Eye Ent </a:t>
            </a:r>
            <a:r>
              <a:rPr lang="en-US" dirty="0" err="1"/>
              <a:t>TnD</a:t>
            </a:r>
            <a:r>
              <a:rPr lang="en-US" dirty="0"/>
              <a:t> live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36354-1EA0-DEB2-AC79-559907AAA4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03.01.2026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374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5B33-42ED-D987-EE37-E4BF90E1E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B155-8AF7-5423-CFC5-AD2F73F63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1F2EF8-8888-FBF0-8B4C-77A4BC808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19" y="8687"/>
            <a:ext cx="7601501" cy="33233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A6C15F-2F47-7C33-98C7-B44EF26EC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463" y="3295153"/>
            <a:ext cx="8545118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887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1F8B-DCFF-259E-CA27-1651B2FAD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96452-54DC-A177-6338-86BB84628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CB8CB3-D4D2-90CA-AFCC-2527714C2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03" y="0"/>
            <a:ext cx="9621593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34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30067-9213-6259-B91C-794E116D7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9C218-2357-979D-5876-CF7165428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97C99F-DC27-8FC0-D402-1E23373DB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1764"/>
            <a:ext cx="10466497" cy="27967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3468B4-1CFC-855C-6B03-62F3F990F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08670"/>
            <a:ext cx="4934639" cy="2276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11426B-7319-70E7-C842-A7D6FED87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313" y="3078480"/>
            <a:ext cx="5636447" cy="178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938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5E76D-33FC-3B2C-8C60-C1BC969B2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A6533-9A71-18CB-ABF2-A727383F1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7194AA-D242-317B-DEDE-05C51474F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490" y="213677"/>
            <a:ext cx="9835190" cy="608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03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F1CC3-FD3E-D257-0B5B-E8CA6281A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49EB9-3DCB-1C24-B8E6-E3B1FD886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59C8BA-EFF9-DC6C-9D7B-95C5537702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137" t="-4552" r="1137" b="4552"/>
          <a:stretch>
            <a:fillRect/>
          </a:stretch>
        </p:blipFill>
        <p:spPr>
          <a:xfrm>
            <a:off x="131759" y="0"/>
            <a:ext cx="11928481" cy="625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392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50C12-7188-5FAC-539D-0D6C98C44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04232-EBD7-876B-FCF2-0199090E9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D76590-B500-D354-F92D-F0E84FF47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16" y="498825"/>
            <a:ext cx="5182323" cy="53823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6B1C56-9D09-E1AA-10D2-E8E7C5BCA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188" y="113303"/>
            <a:ext cx="5572903" cy="4410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2C5092-38C0-FCB3-46FA-C6A39B954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729" y="4398824"/>
            <a:ext cx="6554115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72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E16F2-1662-9E01-CE4C-76E8DCBD5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48D745C-C4E0-BC54-9CCB-071C1F04B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D2F9D0-C448-8A19-D655-616B3E46A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85" y="286603"/>
            <a:ext cx="8259328" cy="29722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3907FE-78B8-CF88-F112-B4F1DD7DF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85" y="3351894"/>
            <a:ext cx="8260907" cy="27586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648639-6DA9-9466-2CE8-007E235C4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592" y="1871610"/>
            <a:ext cx="3744408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12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BE605-2DC4-9425-2D7F-26AF940C7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EFD67-770E-B961-ADFF-DA0F9FAA3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1AECB4-A2DB-C982-BA49-F44E19661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76" y="988906"/>
            <a:ext cx="11472408" cy="502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72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1E6C8-041F-E168-CDFD-60167DB5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FE3DF-6508-BAE6-C2BF-99EC5027E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DD5266-091D-70DB-046E-01379B979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23" y="286603"/>
            <a:ext cx="10916154" cy="596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475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EFB52-FEC3-6739-4496-AF3342B2F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2C660-D3B9-00CB-7A00-B4E17413F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76695-050F-6DD6-55BA-9D26BC904A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94" b="1886"/>
          <a:stretch>
            <a:fillRect/>
          </a:stretch>
        </p:blipFill>
        <p:spPr>
          <a:xfrm>
            <a:off x="389728" y="433494"/>
            <a:ext cx="11412543" cy="543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8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569F2-F9A5-6DC1-A198-D5090DCD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2AF80-C99A-36E0-3A22-282ED0CF2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58357-A7B4-069C-588D-A90B24BA2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53" y="2987211"/>
            <a:ext cx="11269648" cy="3324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1A9124-4AA5-F863-5454-1C6818E99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034" y="129811"/>
            <a:ext cx="8497486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275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7ECD-3169-FA54-649B-E40C214F5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120D1-6916-9EF1-51BF-CB8759A7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6F3843-3BAC-5E53-C895-01FCDA7EB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80" y="166032"/>
            <a:ext cx="6185047" cy="611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283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3F4C-E0B0-D4AD-6B7F-CE0476679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DBF38-8F53-63BC-494E-F090223FD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0E15F3-98C8-6EC3-7BB9-FC5E92C87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73" y="847364"/>
            <a:ext cx="6544588" cy="5163271"/>
          </a:xfrm>
          <a:prstGeom prst="rect">
            <a:avLst/>
          </a:prstGeom>
        </p:spPr>
      </p:pic>
      <p:pic>
        <p:nvPicPr>
          <p:cNvPr id="1026" name="Picture 2" descr="Glaucoma Visual Field Defects #optometry #ophthalmology #eyecare #eyeexam  #intraocularpressure #eye #glaucomatest #blind #blindness Cr. StudyOptometry">
            <a:extLst>
              <a:ext uri="{FF2B5EF4-FFF2-40B4-BE49-F238E27FC236}">
                <a16:creationId xmlns:a16="http://schemas.microsoft.com/office/drawing/2014/main" id="{F3058377-67D6-E5B2-02A2-46B1C04C5D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98"/>
          <a:stretch>
            <a:fillRect/>
          </a:stretch>
        </p:blipFill>
        <p:spPr bwMode="auto">
          <a:xfrm>
            <a:off x="3272294" y="666823"/>
            <a:ext cx="8640633" cy="531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814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138</TotalTime>
  <Words>7</Words>
  <Application>Microsoft Office PowerPoint</Application>
  <PresentationFormat>Widescreen</PresentationFormat>
  <Paragraphs>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Retrospect</vt:lpstr>
      <vt:lpstr>Psychi Eye Ent TnD live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Ipshita Prosad</dc:creator>
  <cp:lastModifiedBy>Ipshita Prosad</cp:lastModifiedBy>
  <cp:revision>1</cp:revision>
  <dcterms:created xsi:type="dcterms:W3CDTF">2026-01-03T10:18:38Z</dcterms:created>
  <dcterms:modified xsi:type="dcterms:W3CDTF">2026-01-03T12:36:47Z</dcterms:modified>
</cp:coreProperties>
</file>